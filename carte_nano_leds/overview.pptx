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614DA-E104-BB48-0B03-5493D6014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D1124C9-8A45-2C77-0010-CC50D9BAB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1BE24-12A0-ACFE-742E-DE899CF1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39EFCC-3DA0-3E0A-B5F7-2A323901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832E3A-662D-F02A-0177-D1247AEC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02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42FC8-0FC1-6062-DE9D-E719328F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417432-5177-E363-56C6-7AAD0C060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1FA25B-D209-601D-6540-B7E63508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353D6F-64D5-2638-2AFF-72E22DBA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6018F7-C3C9-0F24-516D-E8BFB9D8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998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30D36-57F6-5078-9BB5-51F74443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345CCE3-EC53-F966-0B52-61B2868E3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087457-BA42-CE0F-02A4-C7372CEF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B5921D-9A7E-8649-B1FE-B172B0A8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4F6174-EB34-B0B8-2B2A-C3086653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13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E277D8-88B4-505D-8FE9-160B4FB8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2CC83B-9AF3-9708-A0A4-748D301D9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CE14FD-319E-41E8-B162-AB02FB8AB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A59171-FDCA-CE52-4AC4-492E2D2F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792635-F452-F735-B373-87596941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AD0256-6902-5280-1C71-92E637FF3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50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809F8-0457-BC8B-3473-9BF79A4F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0B8DC-8357-EB50-7F76-BB635257D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17A6A3-6D59-F2DF-20B5-BD767184C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7558C6-2B0B-F047-E6AD-C179D67F13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A2D8575-7989-FAA4-3393-6ABAC928D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3211966-BEA5-22F1-AEC9-581962FC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6CEA00-0EE7-D995-702B-CBE6E0A3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1AFB04-6B55-0549-077F-34BEC960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47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8FE02-7F8E-F7CC-A073-60CA11FC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9046BE-A1DE-809B-D73E-0B84E06B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8236FF-AA46-5B00-112A-B0BF1BC0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79A9E0-3210-F6BF-97CE-D10FC8FF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45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B70A649-40EB-7F4E-ABB0-AB1E5DC0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899A29F-27A4-8880-272E-F6CD1002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4D39F7-D5F7-C330-C414-80722214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893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E9633-1042-56EB-BF14-14919786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C1E9C2-0B44-4D71-9E2B-EE09EEEA4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7F4E71-4C1B-ECA1-68C2-F3DEB3A04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C7BFE2-6919-BC71-BCB7-97D895C8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9B959D-E601-5500-8235-B15D79154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335214-A923-733D-BC7D-6029D40D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49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353F4-005B-A5E4-DAF4-241B4506A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669C7F-D954-B827-22BC-52D64144E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0296B0-C19D-BB2F-AFF3-38471E4F9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0DA021-BFE9-36CA-B106-124B5E46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0E1158-B264-2AD3-460C-507DC2065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D5FE64-9785-0CEC-1FEF-6CDFADCA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44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928C5B-4520-CDA2-3785-368A279A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A91E14-71C8-3033-53CC-FE36A91B7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3F097-671E-87D1-A973-B4BE86D1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A6368-122B-55CB-0C68-CB66B514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9177BB-8C75-BEB2-4B29-BF5EFC56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63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8A080E-0E0A-B61C-621C-DE10793FB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37D5520-EF96-6B82-18E5-F8A4B73AE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4B2313-19CC-BD55-1214-6F86E98B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FC3016-C2BC-50C2-6064-7C39F6E0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A49847-B132-464B-C70A-B5B3967C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211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5163202-7054-452A-001D-DE6F83FA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3AEF8D-BCE8-C684-F9E2-598DCA3C3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244A9A-1322-155B-B175-75CD8329B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0091A-1F6A-404C-A242-532BD32B85D9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3DB927-F536-AE85-1447-ADE32676B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E9B466-09BB-CD8F-9C3D-BA884737A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7AA88-DAA3-4FC6-9ABE-24EE34C8D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282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015F925-9A72-EC33-D485-79D2F5B82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1" y="584132"/>
            <a:ext cx="5849166" cy="46107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BA6CD30-B491-ED51-160A-A1598E00C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67978" y="1569869"/>
            <a:ext cx="5725324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86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465B2-CD82-2918-F2B2-471FF112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334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BPC BPC</dc:creator>
  <cp:lastModifiedBy>BPC BPC</cp:lastModifiedBy>
  <cp:revision>1</cp:revision>
  <dcterms:created xsi:type="dcterms:W3CDTF">2025-12-13T12:44:59Z</dcterms:created>
  <dcterms:modified xsi:type="dcterms:W3CDTF">2025-12-13T12:46:06Z</dcterms:modified>
</cp:coreProperties>
</file>